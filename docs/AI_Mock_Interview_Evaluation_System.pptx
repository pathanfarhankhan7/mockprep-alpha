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introduce project purpose and the architecture-focused walkthrough for internal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context: this is not only Q&amp;A practice; it is an evaluation and coaching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the product as teacher-assistive technology, not teacher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current pain points that justify the proposed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repo modules: SetupPage, interview-service, ai-service, AnalysisPage, ReportPage.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objective to measurable outcomes for teachers and internal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split between client-side scoring pipeline and Supabase edge-function-based evaluation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routing through setup -&gt; stage pages -&gt; analysis -&gt; report, and persistence via Supabase/local session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directly mirror package.json and repo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model is frontend-host + Supabase backend; no custom server runtime in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future work concrete and aligned to current architecture extension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current readiness and proposed pilot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discussion on scoring validity, deployment model, and roadmap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based Intelligent Mock Interview Evaluation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Repository: pathanfarhankhan7/mockprep-alpha</a:t>
            </a:r>
          </a:p>
          <a:p>
            <a:pPr>
              <a:defRPr sz="1800"/>
            </a:pPr>
            <a:r>
              <a:t>Audience: Teachers &amp; Internal Team | Goal: Project explanation + architecture review</a:t>
            </a:r>
          </a:p>
          <a:p>
            <a:pPr>
              <a:defRPr sz="1800"/>
            </a:pPr>
            <a:r>
              <a:t>Duration: 5–10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SmartMock AI is a full-stack interview practice platform for role-based mock interviews.</a:t>
            </a:r>
          </a:p>
          <a:p>
            <a:pPr/>
            <a:r>
              <a:t>It evaluates candidate answers with AI scoring + structured heuristics and returns actionable feedback.</a:t>
            </a:r>
          </a:p>
          <a:p>
            <a:pPr/>
            <a:r>
              <a:t>Supports a multi-stage interview journey: Phone Screen, Technical, Deep Dive, and HR.</a:t>
            </a:r>
          </a:p>
          <a:p>
            <a:pPr/>
            <a:r>
              <a:t>Designed for repeatable evaluation, teacher oversight, and continuous learner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mock interviews are hard to scale and can vary across evaluators.</a:t>
            </a:r>
          </a:p>
          <a:p>
            <a:pPr/>
            <a:r>
              <a:t>Students need frequent practice with immediate, structured feedback.</a:t>
            </a:r>
          </a:p>
          <a:p>
            <a:pPr/>
            <a:r>
              <a:t>Teachers need standardized scoring dimensions and history tracking.</a:t>
            </a:r>
          </a:p>
          <a:p>
            <a:pPr/>
            <a:r>
              <a:t>MockPrep Alpha addresses this through AI-assisted, rubric-like scoring and session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Traditional flow: interviewer asks questions, candidate answers, manual feedback follows.</a:t>
            </a:r>
          </a:p>
          <a:p>
            <a:pPr/>
            <a:r>
              <a:t>Feedback consistency depends on individual interviewer style and time availability.</a:t>
            </a:r>
          </a:p>
          <a:p>
            <a:pPr/>
            <a:r>
              <a:t>Limited automation in question flow, score normalization, and progress history.</a:t>
            </a:r>
          </a:p>
          <a:p>
            <a:pPr/>
            <a:r>
              <a:t>Difficult to run high-frequency practice for larger cohorts.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 app with guided setup: role, target company, interview type, and preferences.</a:t>
            </a:r>
          </a:p>
          <a:p>
            <a:pPr/>
            <a:r>
              <a:t>Runs staged interviews using curated role/company question sets.</a:t>
            </a:r>
          </a:p>
          <a:p>
            <a:pPr/>
            <a:r>
              <a:t>Evaluates responses via AI service (OpenAI when configured) with heuristic fallback.</a:t>
            </a:r>
          </a:p>
          <a:p>
            <a:pPr/>
            <a:r>
              <a:t>Produces stage-wise scores, overall verdict, recommendations, and printable report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Standardize mock interview evaluation across candidates.</a:t>
            </a:r>
          </a:p>
          <a:p>
            <a:pPr/>
            <a:r>
              <a:t>Deliver fast, actionable, dimension-wise feedback (clarity/completeness/structure/confidence).</a:t>
            </a:r>
          </a:p>
          <a:p>
            <a:pPr/>
            <a:r>
              <a:t>Enable role-specific realistic preparation (SWE, PM, Data Scientist, UX Designer, DevOps).</a:t>
            </a:r>
          </a:p>
          <a:p>
            <a:pPr/>
            <a:r>
              <a:t>Provide trackable learning loop using session history and progress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React 18 + TypeScript + Vite + Tailwind UI (routing and interview pages).</a:t>
            </a:r>
          </a:p>
          <a:p>
            <a:pPr/>
            <a:r>
              <a:t>State &amp; Flow: local interview state manager (`src/lib/interview-service.ts`) + hooks.</a:t>
            </a:r>
          </a:p>
          <a:p>
            <a:pPr/>
            <a:r>
              <a:t>Data/Auth Backend: Supabase (Auth, PostgreSQL tables, edge function invocation).</a:t>
            </a:r>
          </a:p>
          <a:p>
            <a:pPr/>
            <a:r>
              <a:t>AI Layer: `src/lib/ai-service.ts` (OpenAI GPT-4o-mini / heuristic), plus Supabase `evaluate-answer`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User authenticates and starts interview session (role/company/type selection).</a:t>
            </a:r>
          </a:p>
          <a:p>
            <a:pPr/>
            <a:r>
              <a:t>2) Questions are loaded per stage from role/company configs.</a:t>
            </a:r>
          </a:p>
          <a:p>
            <a:pPr/>
            <a:r>
              <a:t>3) Candidate submits response (and optional video frame for emotion analysis).</a:t>
            </a:r>
          </a:p>
          <a:p>
            <a:pPr/>
            <a:r>
              <a:t>4) Analysis computes dimension scores and feedback (AI API or fallback heuristics).</a:t>
            </a:r>
          </a:p>
          <a:p>
            <a:pPr/>
            <a:r>
              <a:t>5) Results are persisted, aggregated into stage scores, then overall report + recommendations are shown.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Core: TypeScript, React 18, Vite 5, React Router 6.</a:t>
            </a:r>
          </a:p>
          <a:p>
            <a:pPr/>
            <a:r>
              <a:t>UI/UX: Tailwind CSS, shadcn/radix components, Framer Motion, Recharts.</a:t>
            </a:r>
          </a:p>
          <a:p>
            <a:pPr/>
            <a:r>
              <a:t>Backend services: Supabase JS client (Auth, DB, Functions).</a:t>
            </a:r>
          </a:p>
          <a:p>
            <a:pPr/>
            <a:r>
              <a:t>AI: OpenAI chat completions (GPT-4o-mini) + heuristic engine for offline/graceful fallback.</a:t>
            </a:r>
          </a:p>
          <a:p>
            <a:pPr/>
            <a:r>
              <a:t>Quality: Vitest (unit tests), Playwright config, ESLint.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 is built as static assets via `npm run build` (Vite) and can be hosted on any static platform.</a:t>
            </a:r>
          </a:p>
          <a:p>
            <a:pPr/>
            <a:r>
              <a:t>Supabase project provides managed backend: database, auth, and edge functions.</a:t>
            </a:r>
          </a:p>
          <a:p>
            <a:pPr/>
            <a:r>
              <a:t>Required runtime configuration uses environment variables (Supabase URL/key, optional OpenAI key).</a:t>
            </a:r>
          </a:p>
          <a:p>
            <a:pPr/>
            <a:r>
              <a:t>Operational focus: monitor API latency/rate limits for AI calls and maintain secure key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Rubric customization per department/course and teacher-defined scoring weights.</a:t>
            </a:r>
          </a:p>
          <a:p>
            <a:pPr/>
            <a:r>
              <a:t>Expanded analytics (cohort trends, weak-skill heatmaps, longitudinal progress).</a:t>
            </a:r>
          </a:p>
          <a:p>
            <a:pPr/>
            <a:r>
              <a:t>Enhanced multimodal feedback using richer voice/video behavior signals.</a:t>
            </a:r>
          </a:p>
          <a:p>
            <a:pPr/>
            <a:r>
              <a:t>Cost/performance optimizations for AI calls (caching, batching, model routing).</a:t>
            </a:r>
          </a:p>
          <a:p>
            <a:pPr/>
            <a:r>
              <a:t>LMS integration and institutional reporting exports.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Done (Conclusion)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MockPrep Alpha already delivers a practical AI-based mock interview evaluation workflow.</a:t>
            </a:r>
          </a:p>
          <a:p>
            <a:pPr/>
            <a:r>
              <a:t>Architecture is modular: UI flow, evaluation logic, and backend services are clearly separated.</a:t>
            </a:r>
          </a:p>
          <a:p>
            <a:pPr/>
            <a:r>
              <a:t>System supports both immediate learner feedback and internal review by teachers.</a:t>
            </a:r>
          </a:p>
          <a:p>
            <a:pPr/>
            <a:r>
              <a:t>Recommended next step: controlled pilot + scoring calibration based on faculty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Questions, review comments, and architecture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